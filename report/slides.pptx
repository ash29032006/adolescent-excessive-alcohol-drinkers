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Classifying Adolescent Excessive Alcohol Drinkers from fMRI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UE24CS352A Machine Learning mini project, PES University. Pipeline demonstrated on ABIDE resting-state fMRI</a:t>
            </a:r>
            <a:br/>
            <a:br/>
            <a:r>
              <a:rPr/>
              <a:t>Team 35: Ashwin C H (PES1UG24AM900) and Chidivilas Adi (PES1UG24AM802)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a classifier tell groups apart from </a:t>
            </a:r>
            <a:r>
              <a:rPr b="1"/>
              <a:t>resting-state fMRI</a:t>
            </a:r>
            <a:r>
              <a:rPr/>
              <a:t> alone?</a:t>
            </a:r>
          </a:p>
          <a:p>
            <a:pPr lvl="0"/>
            <a:r>
              <a:rPr/>
              <a:t>Paper (Kim, Liu, Noh, CS229): heavy adolescent drinkers vs others, NCANDA, 715 people</a:t>
            </a:r>
          </a:p>
          <a:p>
            <a:pPr lvl="0"/>
            <a:r>
              <a:rPr/>
              <a:t>Their best model: logistic regression on max minus min per region + demographics: </a:t>
            </a:r>
            <a:r>
              <a:rPr b="1"/>
              <a:t>0.713</a:t>
            </a:r>
            <a:r>
              <a:rPr/>
              <a:t> accuracy, </a:t>
            </a:r>
            <a:r>
              <a:rPr b="1"/>
              <a:t>0.538</a:t>
            </a:r>
            <a:r>
              <a:rPr/>
              <a:t> without age</a:t>
            </a:r>
          </a:p>
          <a:p>
            <a:pPr lvl="0"/>
            <a:r>
              <a:rPr/>
              <a:t>Our goals: reproduce the baseline, find better features, check reliance on </a:t>
            </a:r>
            <a:r>
              <a:rPr b="1"/>
              <a:t>age</a:t>
            </a:r>
            <a:r>
              <a:rPr/>
              <a:t> and </a:t>
            </a:r>
            <a:r>
              <a:rPr b="1"/>
              <a:t>scanner site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Dataset: why ABIDE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NCANDA needs an NIAAA Data Use Certification + committee review (up to 30 days): not possible in one week</a:t>
            </a:r>
          </a:p>
          <a:p>
            <a:pPr lvl="0"/>
            <a:r>
              <a:rPr b="1"/>
              <a:t>ABIDE Preprocessed</a:t>
            </a:r>
            <a:r>
              <a:rPr/>
              <a:t> (CPAC, band-pass, quality checked): same data type, same Craddock atlas family (200 regions)</a:t>
            </a:r>
          </a:p>
          <a:p>
            <a:pPr lvl="0"/>
            <a:r>
              <a:rPr/>
              <a:t>871 people: 403 autism / 468 control, 20 sites, 78 to 316 timepoints</a:t>
            </a:r>
          </a:p>
          <a:p>
            <a:pPr lvl="0"/>
            <a:r>
              <a:rPr/>
              <a:t>Label: autism vs control. Pipeline is dataset agnostic: NCANDA = one new loader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person’s data</a:t>
            </a:r>
          </a:p>
        </p:txBody>
      </p:sp>
      <p:pic>
        <p:nvPicPr>
          <p:cNvPr descr="figures/example_subj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82296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Range</a:t>
            </a:r>
            <a:r>
              <a:rPr/>
              <a:t> (paper): max minus min per region, 200 features</a:t>
            </a:r>
          </a:p>
          <a:p>
            <a:pPr lvl="0"/>
            <a:r>
              <a:rPr b="1"/>
              <a:t>Correlation connectivity</a:t>
            </a:r>
            <a:r>
              <a:rPr/>
              <a:t>: every region pair, 19,900 features</a:t>
            </a:r>
          </a:p>
          <a:p>
            <a:pPr lvl="0"/>
            <a:r>
              <a:rPr b="1"/>
              <a:t>Tangent connectivity</a:t>
            </a:r>
            <a:r>
              <a:rPr/>
              <a:t>: relative to a group mean learned on training folds only</a:t>
            </a:r>
          </a:p>
          <a:p>
            <a:pPr lvl="0"/>
            <a:r>
              <a:rPr b="1"/>
              <a:t>Demographics</a:t>
            </a:r>
            <a:r>
              <a:rPr/>
              <a:t>: age, sex, site; run alone, with brain features, and brain only</a:t>
            </a:r>
          </a:p>
          <a:p>
            <a:pPr lvl="0"/>
            <a:r>
              <a:rPr/>
              <a:t>Models: logistic regression, linear SVM, RBF SVM, dummy baseline, small 1D CNN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without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5-fold </a:t>
            </a:r>
            <a:r>
              <a:rPr b="1"/>
              <a:t>stratified</a:t>
            </a:r>
            <a:r>
              <a:rPr/>
              <a:t> CV and 5-fold </a:t>
            </a:r>
            <a:r>
              <a:rPr b="1"/>
              <a:t>site-grouped</a:t>
            </a:r>
            <a:r>
              <a:rPr/>
              <a:t> CV (unseen sites at test time)</a:t>
            </a:r>
          </a:p>
          <a:p>
            <a:pPr lvl="0"/>
            <a:r>
              <a:rPr/>
              <a:t>Learned steps (tangent mean, scaler) fit on training folds only</a:t>
            </a:r>
          </a:p>
          <a:p>
            <a:pPr lvl="0"/>
            <a:r>
              <a:rPr/>
              <a:t>Nested tuning: inner 3-fold grid search over C</a:t>
            </a:r>
          </a:p>
          <a:p>
            <a:pPr lvl="0"/>
            <a:r>
              <a:rPr/>
              <a:t>Balanced class weights instead of dropping people</a:t>
            </a:r>
          </a:p>
          <a:p>
            <a:pPr lvl="0"/>
            <a:r>
              <a:rPr/>
              <a:t>Accuracy, F1, ROC AUC as mean ± std; seed 42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/>
                <a:gridCol w="1181100"/>
                <a:gridCol w="1181100"/>
                <a:gridCol w="1181100"/>
                <a:gridCol w="1181100"/>
                <a:gridCol w="1181100"/>
                <a:gridCol w="118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Site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Site AUC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0.532 ± 0.017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0.532 ± 0.047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RBF 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0.583 ± 0.027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0.620 ± 0.025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range+demo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0.563 ± 0.022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0.594 ± 0.029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0.668 ± 0.017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0.733 ± 0.020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correlation+demo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0.667 ± 0.017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0.733 ± 0.020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0.677 ± 0.023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0.740 ± 0.025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tangent+demo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0.675 ± 0.021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0.740 ± 0.024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1D 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0.634 ± 0.028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0.705 ± 0.040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 (dummy)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Dummy (majority)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0.537 ± 0.003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0.500 ± 0.000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comparison</a:t>
            </a:r>
          </a:p>
        </p:txBody>
      </p:sp>
      <p:pic>
        <p:nvPicPr>
          <p:cNvPr descr="figures/model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 ablation</a:t>
            </a:r>
          </a:p>
        </p:txBody>
      </p:sp>
      <p:pic>
        <p:nvPicPr>
          <p:cNvPr descr="figures/age_ab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0100" y="1193800"/>
            <a:ext cx="753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Age ablation: demographics alone reach AUC 0.532; tangent brain features alone reach 0.740 and 0.740 with demographics added. Unlike the paper, the prediction is carried by the brain features, not by age.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Site effect and confusion matrix</a:t>
            </a:r>
          </a:p>
        </p:txBody>
      </p:sp>
      <p:pic>
        <p:nvPicPr>
          <p:cNvPr descr="figures/confusion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71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Site effect: holding out whole sites moves the best model’s AUC from 0.740 to 0.741 (+0.001). The model transfers to unseen scanners.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Best model: tangent+demo features with Linear SVM, accuracy 0.675 ± 0.021 and ROC AUC 0.740 ± 0.024 (stratified 5-fold CV), against 0.537 accuracy and AUC 0.5 for always guessing the majority class. Out of fold it caught 273/403 autism cases (sensitivity 0.68) and 315/468 controls (specificity 0.67).</a:t>
            </a:r>
          </a:p>
          <a:p>
            <a:pPr lvl="0"/>
            <a:r>
              <a:rPr/>
              <a:t>Paper reproduction: range features + demographics with logistic regression gave accuracy 0.563 (AUC 0.594); range features alone gave 0.583 (AUC 0.597). The paper reported 0.713 with age and 0.538 without on NCANDA (different task, so not directly comparable).</a:t>
            </a:r>
          </a:p>
          <a:p>
            <a:pPr lvl="0"/>
            <a:r>
              <a:rPr/>
              <a:t>Better features: correlation connectivity beats the paper’s range features (best AUC 0.733 vs 0.620).</a:t>
            </a:r>
          </a:p>
          <a:p>
            <a:pPr lvl="0"/>
            <a:r>
              <a:rPr/>
              <a:t>Age ablation: demographics alone reach AUC 0.532; tangent brain features alone reach 0.740 and 0.740 with demographics added. Unlike the paper, the prediction is carried by the brain features, not by age.</a:t>
            </a:r>
          </a:p>
          <a:p>
            <a:pPr lvl="0"/>
            <a:r>
              <a:rPr/>
              <a:t>Site effect: holding out whole sites moves the best model’s AUC from 0.740 to 0.741 (+0.001). The model transfers to unseen scanners.</a:t>
            </a:r>
          </a:p>
          <a:p>
            <a:pPr lvl="0"/>
            <a:r>
              <a:rPr/>
              <a:t>Deep learning: the 1D CNN on raw time series reached accuracy 0.634, AUC 0.705, below the linear models on connectivity: as in the paper, simple models on derived features win on small fMRI data.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Resting-state connectivity separates the classes above chance (0.675 vs 0.537 accuracy), and site-grouped CV (0.664) is the honest number to quote.</a:t>
            </a:r>
          </a:p>
          <a:p>
            <a:pPr lvl="0"/>
            <a:r>
              <a:rPr/>
              <a:t>Whole-brain correlation features are a stronger and simpler starting point than per-region signal range.</a:t>
            </a:r>
          </a:p>
          <a:p>
            <a:pPr lvl="0"/>
            <a:r>
              <a:rPr/>
              <a:t>Always report a dummy baseline, a demographics-only model and site-held-out CV: without them a model can look good for the wrong reasons (age or scanner).</a:t>
            </a:r>
          </a:p>
          <a:p>
            <a:pPr lvl="0"/>
            <a:r>
              <a:rPr/>
              <a:t>Next step: run the same pipeline on NCANDA once the data use agreement is approved (only src/data.py changes).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and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download_data.py</a:t>
            </a:r>
            <a:r>
              <a:rPr/>
              <a:t> → </a:t>
            </a:r>
            <a:r>
              <a:rPr>
                <a:latin typeface="Courier"/>
              </a:rPr>
              <a:t>run_experiments.py</a:t>
            </a:r>
            <a:r>
              <a:rPr/>
              <a:t> → </a:t>
            </a:r>
            <a:r>
              <a:rPr>
                <a:latin typeface="Courier"/>
              </a:rPr>
              <a:t>make_report.py</a:t>
            </a:r>
            <a:r>
              <a:rPr/>
              <a:t>, </a:t>
            </a:r>
            <a:r>
              <a:rPr>
                <a:latin typeface="Courier"/>
              </a:rPr>
              <a:t>demo.py</a:t>
            </a:r>
          </a:p>
          <a:p>
            <a:pPr lvl="0"/>
            <a:r>
              <a:rPr>
                <a:latin typeface="Courier"/>
              </a:rPr>
              <a:t>src/</a:t>
            </a:r>
            <a:r>
              <a:rPr/>
              <a:t>: data, features, models, evaluate, deep, plots</a:t>
            </a:r>
          </a:p>
          <a:p>
            <a:pPr lvl="0"/>
            <a:r>
              <a:rPr/>
              <a:t>Demo: offline, predicts people the model never saw, shows their signal and connectivity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Classifying Adolescent Excessive Alcohol Drinkers from fMRI Data</dc:title>
  <dc:creator>Team 35: Ashwin C H (PES1UG24AM900) and Chidivilas Adi (PES1UG24AM802)</dc:creator>
  <cp:keywords/>
  <dcterms:created xsi:type="dcterms:W3CDTF">2026-09-30T07:56:27Z</dcterms:created>
  <dcterms:modified xsi:type="dcterms:W3CDTF">2026-09-30T07:56:27Z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UE24CS352A Machine Learning mini project, PES University. Pipeline demonstrated on ABIDE resting-state fMRI</vt:lpwstr>
  </property>
</Properties>
</file>